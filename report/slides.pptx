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600" b="1" i="0">
                <a:solidFill>
                  <a:srgbClr val="1F4E79"/>
                </a:solidFill>
                <a:latin typeface="Calibri"/>
              </a:rPr>
              <a:t>DQN-Enhanced Adaptive Artificial-Noise Power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 i="1">
                <a:solidFill>
                  <a:srgbClr val="1A1A1A"/>
                </a:solidFill>
                <a:latin typeface="Calibri"/>
              </a:rPr>
              <a:t>for the MISO Wiretap Channel under Imperfect CSI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4297680"/>
            <a:ext cx="3047695" cy="45720"/>
          </a:xfrm>
          <a:prstGeom prst="rect">
            <a:avLst/>
          </a:prstGeom>
          <a:solidFill>
            <a:srgbClr val="E5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Muhammad Ismail (2023453)   ·   Abubakar Butt (2023352)   ·   Usman Ali (2023581)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  <a:latin typeface="Calibri"/>
              </a:rPr>
              <a:t>CY315 — Wireless and Mobile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problem we are solving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Why we cannot just plug a noisy ĥE into the textbook optimiser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Wireless is a broadcast medium. Anything Alice transmits, a passive Eve in radio range receives.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Goel &amp; Negi (2008): inject artificial noise (AN) in the null space of Bob's channel — Bob hears clean signal, Eve hears signal + jam.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The knob: ρ ∈ (0, 1) — fraction of total power on the message; (1 − ρ) goes into AN.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Goel &amp; Negi fixes ρ = 0.5. Sub-optimal in general, but never catastrophically wrong.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Modern follow-ups optimise ρ — but they assume Alice has perfect knowledge of Eve's channel hE. She does not.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If you plug a NOISY ĥE into the textbook optimiser, you get a confidently-wrong ρ. We will see this scheme drop BELOW the do-nothing baseline.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Question: can a single deployment-ready policy do better than both — without being retuned for each (SNR, κ)?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System model — MISO wiretap + null-space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Alice: Nt transmit antennas. Bob, Eve: 1 antenna each.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Channels: hB, hE ~ CN(0, I). Quasi-static per block.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Beam toward Bob via MRT:  w = hB / ‖hB‖.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AN lives in null(hB) via projector P⊥, so Bob hears 0 AN.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x = √(ρP)·w·s + √((1−ρ)P)·z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Imperfect CSI on Eve:  ĥE = √κ·hE + √(1−κ)·e,  e ~ CN(0, I).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κ = 1 → perfect intel; κ = 0 → pure guessing.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Achieved secrecy rate Rs is computed against the TRUE hE, not ĥE.</a:t>
            </a:r>
          </a:p>
        </p:txBody>
      </p:sp>
      <p:pic>
        <p:nvPicPr>
          <p:cNvPr id="5" name="Picture 4" descr="01_single_channel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71600"/>
            <a:ext cx="4754880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598932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Rs(ρ) is concave with a clean interior peak — the optimisation problem is well-posed.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Baseline: Goel–Negi  +  the gap we want to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Scheme 1 — Fixed: ρ = 0.5 always. Goel &amp; Negi 2008.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Scheme 2 — Traditional: argmax over ρ of Rs against ĥE. scipy bounded scalar optimiser (Brent).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At κ = 1, Scheme 2 ≥ Scheme 1 always — sanity check.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At κ &lt; 1, Scheme 2 is solving the WRONG optimisation problem (noisy ĥE, not true hE).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Hypothesis: under noisy CSI Scheme 2 may underperform Scheme 1 because the optimiser AMPLIFIES the noise.</a:t>
            </a:r>
          </a:p>
        </p:txBody>
      </p:sp>
      <p:pic>
        <p:nvPicPr>
          <p:cNvPr id="5" name="Picture 4" descr="02_validation_scheme1_vs_sc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63040"/>
            <a:ext cx="502920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59893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κ = 1 sanity check: Scheme 2 cleanly beats Scheme 1 across SNR.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The noisy-CSI failure mode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Trusting bad intel is worse than ignoring it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97280"/>
            <a:ext cx="7315200" cy="5413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At κ = 0.4, Nt = 4: the Traditional curve (red) drops BELOW the Fixed baseline (grey) — exactly the failure mode our DQN is designed to avoid. The DQN curve (green) stays at or above grey across the whole SNR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Our approach — DQN trained over random 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Replace the per-channel optimiser with a deep Q-network policy trained off-line.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Train across random (channel, SNR, κ) tuples — the policy is trained to EXPECT noisy CSI rather than to be fooled by it.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At deployment: a single Q-network forward pass replaces the iterative optimisation. Same model used for every operating point.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Two design choices that mattered the most: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    (a) include κ in the state — the agent KNOWS how much to trust ĥE,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    (b) include an alignment cue α between hB and ĥE — the geometry that drives the optimal ρ on each channel.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Result: the DQN sits at or above Fixed across the whole κ range, and matches Traditional at high 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State and action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State (7 dims, all roughly in [0, 1]):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‖hB‖² / Nt  —  Bob's channel gain per antenna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‖ĥE‖² / Nt  —  Eve's NOISY gain estimate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SNR_dB / 30  —  transmit SNR (normalised)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ρ_prev, Rs_prev / 10  —  previous-step bookkeeping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κ  —  CSI quality factor (THE robustness axis)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α = |hB^H ĥE|² / (‖hB‖²‖ĥE‖²)  —  alignment cue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Action space: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55448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ρ ∈ {0.05, 0.10, 0.15, …, 0.85} — 17 discrete splits in steps of 0.05.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346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Network architecture: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200400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MLP  7 → 64 → 64 → 32 → 17.
ReLU on hidden layers, linear output (Q-values per action).
Greedy action selection at test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937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Reward: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5303520"/>
            <a:ext cx="50292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1A1A1A"/>
                </a:solidFill>
                <a:latin typeface="Calibri"/>
              </a:rPr>
              <a:t>r = 10 · Rs(hB, hE_TRUE, ρ, P/σ²)
Computed against the TRUE hE — not the noisy estimate.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Training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6766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One channel realisation = one episode (single-shot decision).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Each episode: random Nt-channel pair, random SNR ∈ [0, 30] dB, random κ ∈ [0.1, 0.9].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Reward = 10 · Rs evaluated against the true hE.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Discount γ = 0  (terminal-after-one-step MDP); full target network kept for future block-fading extension.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ε-greedy exploration: 1.0 → 0.05 over the first 4200 episodes.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Replay buffer: 10 000 transitions, batch 64.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Target network synced every 100 steps. Huber loss + Adam, lr 1e-3.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7000 episodes per Nt ∈ {2, 4, 8} — three independent models.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Total training cost: ~ 38 s per Nt on a single CPU core.</a:t>
            </a:r>
          </a:p>
        </p:txBody>
      </p:sp>
      <p:pic>
        <p:nvPicPr>
          <p:cNvPr id="5" name="Picture 4" descr="03_dqn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371600"/>
            <a:ext cx="4572000" cy="32725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5989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Training curve at Nt = 4 — running-average Rs improves monotonically.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Results — three-scheme comparison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Headline plot at the realistic operating point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1097280"/>
            <a:ext cx="7223760" cy="5345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κ = 0.4, Nt = 4, 400 unseen channels per SNR point.  DQN (green) ≥ Fixed (grey) everywhere; Traditional (red) drops below Fixed across most of the SNR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Results — κ sweep  (THE plot)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What happens as Alice's intel on Eve degrades</a:t>
            </a:r>
          </a:p>
        </p:txBody>
      </p:sp>
      <p:pic>
        <p:nvPicPr>
          <p:cNvPr id="4" name="Picture 3" descr="06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217920" cy="3803904"/>
          </a:xfrm>
          <a:prstGeom prst="rect">
            <a:avLst/>
          </a:prstGeom>
        </p:spPr>
      </p:pic>
      <p:pic>
        <p:nvPicPr>
          <p:cNvPr id="5" name="Picture 4" descr="08_secrecy_ou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097280"/>
            <a:ext cx="5029200" cy="3076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89320"/>
            <a:ext cx="62179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Left:  Traditional collapses below Fixed at κ ≈ 0.6. DQN stays at or above Fixed across the entire κ range.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5989320"/>
            <a:ext cx="5029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Right:  Empirical secrecy outage. At R₀ = 4 bits/s/Hz DQN's outage ≈ 18%, Traditional's ≈ 26%.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Live demo  —  Streamlit GUI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Switch to browser; same model, you drag the sliders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Live test  —  pick any (Nt, SNR, κ); we evaluate all three schemes on the same Monte Carlo channel batch.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SNR sweep  —  hold κ, vary SNR. Watch the spacing between Fixed / Traditional / DQN at each power.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κ sweep (the headline)  —  hold SNR, drag κ from 1 to 0. The Traditional curve crosses below Fixed; DQN never does.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Outage probability  —  empirical CDF of Rs across the channel batch. Lower curve = more reliable scheme.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Geometry sketch  —  conceptual picture of Alice's beam, AN leakage, Bob, Eve.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Cached evaluations: dragging a slider back-and-forth is instant after the first compute.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126480"/>
            <a:ext cx="9418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F4E79"/>
                </a:solidFill>
                <a:latin typeface="Calibri"/>
              </a:rPr>
              <a:t>▶  streamlit run app/streamlit_app.py     (defaults to Nt = 8 where the DQN's edge is biggest)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Conclusion +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The textbook fix (plug ĥE into the optimiser) is actively harmful at moderate κ — it drops below the do-nothing baseline.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Our DQN, trained over random κ, sidesteps this failure mode by conditioning on κ and on a hB / ĥE alignment cue.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Same trained policy beats the noisy-CSI optimiser across all of Nt ∈ {2, 4, 8}, all κ in the test range, and the secrecy outage metric.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Per-channel oracle comparison: the DQN's Rs gap to the unbeatable upper bound is the smallest of the three schemes.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Future work: correlated / path-loss channels, multi-step block fading (γ &gt; 0), adaptive Eve (zero-sum game → multi-agent RL), normalised-gain features for extreme 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  — 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0" i="1">
                <a:solidFill>
                  <a:srgbClr val="E5C107"/>
                </a:solidFill>
                <a:latin typeface="Calibri"/>
              </a:rPr>
              <a:t>github.com/MuhammadIsmail009/pls-dqn-miso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E0E5EC"/>
                </a:solidFill>
                <a:latin typeface="Calibri"/>
              </a:rPr>
              <a:t>Muhammad Ismail · Abubakar Butt · Usman 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0</Words>
  <Application/>
  <PresentationFormat/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  <dc:identifier/>
  <dc:language/>
  <cp:contentStatus/>
  <cp:version/>
</cp:coreProperties>
</file>